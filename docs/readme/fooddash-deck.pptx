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</p:sldIdLst>
  <p:notesMasterIdLst>
    <p:notesMasterId r:id="rId8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notesMaster" Target="notesMasters/notesMaster1.xml"/><Relationship Id="rId88" Type="http://schemas.openxmlformats.org/officeDocument/2006/relationships/presProps" Target="presProps.xml"/><Relationship Id="rId89" Type="http://schemas.openxmlformats.org/officeDocument/2006/relationships/viewProps" Target="viewProps.xml"/><Relationship Id="rId90" Type="http://schemas.openxmlformats.org/officeDocument/2006/relationships/theme" Target="theme/theme1.xml"/><Relationship Id="rId9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FoodDash 4.12.0 (com.fooddash.app). Sample report · fictional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Columns: Device, Inside the APK, Backend (inferred), Third parties.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with OTP, step 1 of 11: User enters phone number and OTP. User to Screens. Code: LoginActivity · activity_login.xml (verified). Flow: Phone number and OTP are exchanged for a JWT, which is stored encrypted on the device. Starts at LoginActivity; ends with Home screen with a valid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with OTP, step 2 of 11: Tapping Continue calls login(). Screens to ViewModels. Code: LoginViewModel.login()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with OTP, step 3 of 11: ViewModel hands the call to the repository. ViewModels to Repositories. Code: AuthRepository.verifyOtp()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with OTP, step 4 of 11: POST /v1/auth/verify over HTTPS. Repositories to API gateway. Code: AuthApi (Retrofit interface)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with OTP, step 5 of 11: Gateway routes the call to the auth service. API gateway to Auth service. Code: Inferred from the /auth path prefix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with OTP, step 6 of 11: Auth service returns a JWT and a refresh token. Auth service to API gateway. Code: TokenResponse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with OTP, step 7 of 11: 200 OK reaches the app. API gateway to Repositories. Code: OkHttpClient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with OTP, step 8 of 11: Tokens are saved in encrypted storage. Repositories to Local storage. Code: EncryptedSharedPreferences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with OTP, step 9 of 11: Repository emits a LoggedIn state. Repositories to ViewModels. Code: StateFlow&lt;AuthState&gt;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with OTP, step 10 of 11: App navigates to Home. ViewModels to Screens. Code: nav_graph.xml: login → home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with OTP, step 11 of 11: A login_success event is logged. ViewModels to Analytics. Code: FirebaseAnalytics.logEvent()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an order, step 1 of 18: User taps Place order on the cart. User to Screens. Code: CartFragment (verified). Flow: The order is created first, then paid through the payment SDK, then confirmed. The backend sends a push. Starts at CartFragment; ends with Order tracking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an order, step 2 of 18: Cart screen calls placeOrder(). Screens to ViewModels. Code: CartViewModel.placeOrder()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an order, step 3 of 18: Order request goes to the repository. ViewModels to Repositories. Code: OrderRepository.create()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an order, step 4 of 18: POST /v1/orders. Repositories to API gateway. Code: OrderApi.create()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an order, step 5 of 18: Gateway routes to the order service. API gateway to Order service. Code: Inferred from the /orders path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an order, step 6 of 18: Order created with status pending_payment. Order service to API gateway. Code: OrderDto.status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an order, step 7 of 18: 201 Created reaches the app. API gateway to Repositories. Code: OkHttpClient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an order, step 8 of 18: ViewModel receives the order id. Repositories to ViewModels. Code: Result&lt;Order&gt;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an order, step 9 of 18: Payment sheet opens. ViewModels to Stripe. Code: PaymentSheet.present()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an order, step 10 of 18: Payment confirmed by the provider. Stripe to ViewModels. Code: PaymentResult.Completed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an order, step 11 of 18: App confirms the payment. ViewModels to Repositories. Code: OrderRepository.confirm()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an order, step 12 of 18: POST /v1/orders/{id}/confirm. Repositories to API gateway. Code: OrderApi.confirm()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an order, step 13 of 18: Order service marks the order paid. API gateway to Order service. Code: Inferred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an order, step 14 of 18: Backend triggers an order-confirmed push. Order service to Firebase FCM. Code: FCM topic: orders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an order, step 15 of 18: Confirmation returned. Order service to API gateway. Code: OrderDto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an order, step 16 of 18: 200 OK reaches the app. API gateway to Repositories. Code: OkHttpClient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an order, step 17 of 18: Order cached for offline viewing. Repositories to Local storage. Code: OrderDao.insert()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an order, step 18 of 18: Tracking screen opens. ViewModels to Screens. Code: nav_graph.xml: cart → tracking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 deep link, step 1 of 12: A push notification arrives. Firebase FCM to System. Code: FoodDashMessagingService (verified). Flow: A push notification opens a deep link. A cached copy is shown instantly, then refreshed from the server. Starts at FoodDashMessagingService; ends with Order details with live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 deep link, step 2 of 12: User taps the notification. System to User. Code: PendingIntent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 deep link, step 3 of 12: Deep link fooddash://orders/123 opens order details. System to Screens. Code: AndroidManifest intent-filter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 deep link, step 4 of 12: Screen requests the order. Screens to ViewModels. Code: OrderDetailViewModel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 deep link, step 5 of 12: Repository is asked for order 123. ViewModels to Repositories. Code: OrderRepository.get()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 deep link, step 6 of 12: Cached copy shown instantly. Repositories to Local storage. Code: OrderDao.getById()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 deep link, step 7 of 12: GET /v1/orders/123 for live status. Repositories to API gateway. Code: OrderApi.get()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 deep link, step 8 of 12: Routed to the order service. API gateway to Order service. Code: Inferred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 deep link, step 9 of 12: Latest status returned. Order service to API gateway. Code: OrderDto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 deep link, step 10 of 12: 200 OK reaches the app. API gateway to Repositories. Code: OkHttpClient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 deep link, step 11 of 12: Fresh data replaces the cache. Repositories to ViewModels. Code: Flow&lt;Order&gt;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 deep link, step 12 of 12: Live status is displayed. ViewModels to Screens. Code: fragment_order_detail.xml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expired, step 1 of 15: Home screen loads past orders. Screens to ViewModels. Code: HomeViewModel.load() (inferred). Flow: A 401 is caught by an OkHttp authenticator, the token is refreshed and the request retried silently. Starts at HomeFragment; ends with Orders shown without asking the user to log in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expired, step 2 of 15: Repository fetches orders. ViewModels to Repositories. Code: OrderRepository.list()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expired, step 3 of 15: GET /v1/orders with an expired JWT. Repositories to API gateway. Code: OrderApi.list()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expired, step 4 of 15: 401 Unauthorized. API gateway to Repositories. Code: HTTP 401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expired, step 5 of 15: Refresh token is read. Repositories to Local storage. Code: TokenAuthenticator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expired, step 6 of 15: POST /v1/auth/refresh. Repositories to API gateway. Code: AuthApi.refresh()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expired, step 7 of 15: Routed to the auth service. API gateway to Auth service. Code: Inferred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expired, step 8 of 15: New JWT issued. Auth service to API gateway. Code: TokenResponse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expired, step 9 of 15: New token reaches the app. API gateway to Repositories. Code: OkHttp Authenticator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expired, step 10 of 15: Original request retried automatically. Repositories to API gateway. Code: OkHttp Authenticator retry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expired, step 11 of 15: Routed to the order service. API gateway to Order service. Code: Inferred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expired, step 12 of 15: Orders returned. Order service to API gateway. Code: List&lt;OrderDto&gt;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expired, step 13 of 15: 200 OK reaches the app. API gateway to Repositories. Code: OkHttpClient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expired, step 14 of 15: Orders handed to the ViewModel. Repositories to ViewModels. Code: Result&lt;List&lt;Order&gt;&gt;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expired, step 15 of 15: The user never notices the refresh. ViewModels to Screens. Code: fragment_home.xml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Payment declined, step 1 of 6: User taps Pay. User to Screens. Code: CheckoutFragment (verified). Flow: The payment SDK reports a decline. The app logs it and offers a retry, and the order stays pending. Starts at CheckoutFragment; ends with Retry dialog.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Payment declined, step 2 of 6: Checkout starts the payment. Screens to ViewModels. Code: CheckoutViewModel.pay()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Payment declined, step 3 of 6: Payment sheet opens. ViewModels to Stripe. Code: PaymentSheet.present()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Payment declined, step 4 of 6: Card declined by the provider. Stripe to ViewModels. Code: PaymentResult.Failed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Payment declined, step 5 of 6: A payment_failed event is logged. ViewModels to Analytics. Code: FirebaseAnalytics.logEvent()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Payment declined, step 6 of 6: Retry dialog is shown. ViewModels to Screens. Code: PaymentErrorDialog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Browse while offline, step 1 of 8: User opens the menu with no network. User to Screens. Code: MenuFragment (verified). Flow: The network call fails, so the repository falls back to the Room cache and marks the data as stale. Starts at MenuFragment; ends with Cached menu with an offline banner.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Browse while offline, step 2 of 8: Screen asks for the menu. Screens to ViewModels. Code: MenuViewModel.load()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Browse while offline, step 3 of 8: Repository tries the network first. ViewModels to Repositories. Code: MenuRepository.get()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Browse while offline, step 4 of 8: Request fails: no connection. Repositories to API gateway. Code: UnknownHostException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Browse while offline, step 5 of 8: Falls back to the local cache. Repositories to Local storage. Code: MenuDao.getAll()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Browse while offline, step 6 of 8: Cached menu returned. Local storage to Repositories. Code: Room database: fooddash.db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Browse while offline, step 7 of 8: Data marked as stale. Repositories to ViewModels. Code: Resource.Cached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Browse while offline, step 8 of 8: Menu shown with an offline banner. ViewModels to Screens. Code: view_offline_banner.xml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Nightly menu sync, step 1 of 8: WorkManager starts the periodic job. System to ViewModels. Code: MenuSyncWorker (PeriodicWorkRequest, 12h) (inferred). Flow: WorkManager runs a periodic job on unmetered networks to pre-fetch menus into the local database. Starts at MenuSyncWorker; ends with Fresh menu cached before the user opens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Nightly menu sync, step 2 of 8: Worker asks the repository to sync. ViewModels to Repositories. Code: MenuRepository.sync()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Nightly menu sync, step 3 of 8: GET /v1/menus?since={lastSync}. Repositories to API gateway. Code: MenuApi.changes()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Nightly menu sync, step 4 of 8: Routed to the catalogue. API gateway to Order service. Code: Inferred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Nightly menu sync, step 5 of 8: Changed menus returned. Order service to API gateway. Code: List&lt;MenuDto&gt;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Nightly menu sync, step 6 of 8: 200 OK reaches the app. API gateway to Repositories. Code: OkHttpClient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Nightly menu sync, step 7 of 8: Menus upserted into Room. Repositories to Local storage. Code: MenuDao.upsertAll()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Nightly menu sync, step 8 of 8: Sync duration recorded as a trace. Repositories to Crashlytics. Code: FirebasePerformance trace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Crash report, step 1 of 5: An action throws an uncaught exception. Screens to ViewModels. Code: TrackingViewModel.onLocationUpdate() (inferred). Flow: An uncaught exception is written to disk and uploaded on the next launch. Starts at Any screen; ends with Crash visible in the crash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Crash report, step 2 of 5: Crash report written to disk before the app dies. ViewModels to Local storage. Code: Crashlytics UncaughtExceptionHandler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Crash report, step 3 of 5: User reopens the app. User to Screens. Code: SplashActivity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Crash report, step 4 of 5: Pending report uploaded. Local storage to Crashlytics. Code: Crashlytics upload (verified).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Crash report, step 5 of 5: Report accepted and deleted locally. Crashlytics to Local storage. Code: Crashlytics (inferred).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 REPORT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146304" cy="146304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FoodDash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4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· 8 flows · 83 steps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44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com.fooddash.app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41879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4.12.0 (41200)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3931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41879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24–35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709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49651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36.6 MB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4709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66160" y="49651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Android · Kotlin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6692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report · fictional app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49440" y="548640"/>
            <a:ext cx="4754880" cy="5669280"/>
          </a:xfrm>
          <a:prstGeom prst="roundRect">
            <a:avLst>
              <a:gd name="adj" fmla="val 1154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822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FLOWS IN THIS DECK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96912" y="1371600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1234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pPr indent="0" marL="0"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with OTP</a:t>
            </a:r>
            <a:pPr indent="0" marL="0">
              <a:buNone/>
            </a:pPr>
            <a:r>
              <a:rPr lang="en-US" sz="9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11 steps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96912" y="1737360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1600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pPr indent="0" marL="0"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an order</a:t>
            </a:r>
            <a:pPr indent="0" marL="0">
              <a:buNone/>
            </a:pPr>
            <a:r>
              <a:rPr lang="en-US" sz="9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18 steps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96912" y="2103120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1965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pPr indent="0" marL="0"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to deep link</a:t>
            </a:r>
            <a:pPr indent="0" marL="0">
              <a:buNone/>
            </a:pPr>
            <a:r>
              <a:rPr lang="en-US" sz="9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12 steps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96912" y="2468880"/>
            <a:ext cx="91440" cy="91440"/>
          </a:xfrm>
          <a:prstGeom prst="ellipse">
            <a:avLst/>
          </a:prstGeom>
          <a:solidFill>
            <a:srgbClr val="FF4458"/>
          </a:solidFill>
          <a:ln w="12700">
            <a:solidFill>
              <a:srgbClr val="FF445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2331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pPr indent="0" marL="0"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expired</a:t>
            </a:r>
            <a:pPr indent="0" marL="0">
              <a:buNone/>
            </a:pPr>
            <a:r>
              <a:rPr lang="en-US" sz="9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15 steps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96912" y="2834640"/>
            <a:ext cx="91440" cy="91440"/>
          </a:xfrm>
          <a:prstGeom prst="ellipse">
            <a:avLst/>
          </a:prstGeom>
          <a:solidFill>
            <a:srgbClr val="FF4458"/>
          </a:solidFill>
          <a:ln w="12700">
            <a:solidFill>
              <a:srgbClr val="FF44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2697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</a:t>
            </a:r>
            <a:pPr indent="0" marL="0"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declined</a:t>
            </a:r>
            <a:pPr indent="0" marL="0">
              <a:buNone/>
            </a:pPr>
            <a:r>
              <a:rPr lang="en-US" sz="9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6 steps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96912" y="3200400"/>
            <a:ext cx="91440" cy="91440"/>
          </a:xfrm>
          <a:prstGeom prst="ellipse">
            <a:avLst/>
          </a:prstGeom>
          <a:solidFill>
            <a:srgbClr val="FF4458"/>
          </a:solidFill>
          <a:ln w="12700">
            <a:solidFill>
              <a:srgbClr val="FF44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0" y="3063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</a:t>
            </a:r>
            <a:pPr indent="0" marL="0"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while offline</a:t>
            </a:r>
            <a:pPr indent="0" marL="0">
              <a:buNone/>
            </a:pPr>
            <a:r>
              <a:rPr lang="en-US" sz="9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8 steps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96912" y="3566160"/>
            <a:ext cx="91440" cy="91440"/>
          </a:xfrm>
          <a:prstGeom prst="ellipse">
            <a:avLst/>
          </a:prstGeom>
          <a:solidFill>
            <a:srgbClr val="A493FF"/>
          </a:solidFill>
          <a:ln w="12700">
            <a:solidFill>
              <a:srgbClr val="A493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3429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</a:t>
            </a:r>
            <a:pPr indent="0" marL="0"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Nightly menu sync</a:t>
            </a:r>
            <a:pPr indent="0" marL="0">
              <a:buNone/>
            </a:pPr>
            <a:r>
              <a:rPr lang="en-US" sz="9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8 steps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296912" y="3931920"/>
            <a:ext cx="91440" cy="91440"/>
          </a:xfrm>
          <a:prstGeom prst="ellipse">
            <a:avLst/>
          </a:prstGeom>
          <a:solidFill>
            <a:srgbClr val="2FD3A7"/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3794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</a:t>
            </a:r>
            <a:pPr indent="0" marL="0"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report</a:t>
            </a:r>
            <a:pPr indent="0" marL="0">
              <a:buNone/>
            </a:pPr>
            <a:r>
              <a:rPr lang="en-US" sz="9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 steps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BOXES · 17 CONNECTIONS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map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7295" cy="4892040"/>
          </a:xfrm>
          <a:prstGeom prst="roundRect">
            <a:avLst>
              <a:gd name="adj" fmla="val 748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483" y="1630001"/>
            <a:ext cx="2038946" cy="4438955"/>
          </a:xfrm>
          <a:prstGeom prst="roundRect">
            <a:avLst>
              <a:gd name="adj" fmla="val 3588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5917" y="1714957"/>
            <a:ext cx="1784078" cy="2336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717078" y="1630001"/>
            <a:ext cx="2038946" cy="4438955"/>
          </a:xfrm>
          <a:prstGeom prst="roundRect">
            <a:avLst>
              <a:gd name="adj" fmla="val 3588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4512" y="1714957"/>
            <a:ext cx="1784078" cy="2336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35672" y="1630001"/>
            <a:ext cx="2038946" cy="4438955"/>
          </a:xfrm>
          <a:prstGeom prst="roundRect">
            <a:avLst>
              <a:gd name="adj" fmla="val 3588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3106" y="1714957"/>
            <a:ext cx="1784078" cy="2336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154266" y="1630001"/>
            <a:ext cx="2038946" cy="4438955"/>
          </a:xfrm>
          <a:prstGeom prst="roundRect">
            <a:avLst>
              <a:gd name="adj" fmla="val 3588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700" y="1714957"/>
            <a:ext cx="1784078" cy="2336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017956" y="2734430"/>
            <a:ext cx="0" cy="42478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88756" y="3477796"/>
            <a:ext cx="488497" cy="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377253" y="2415845"/>
            <a:ext cx="0" cy="1061951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77253" y="2415845"/>
            <a:ext cx="488497" cy="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36550" y="2734430"/>
            <a:ext cx="0" cy="42478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07350" y="3477796"/>
            <a:ext cx="488497" cy="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095848" y="2415845"/>
            <a:ext cx="0" cy="1061951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95848" y="2415845"/>
            <a:ext cx="488497" cy="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55145" y="2734430"/>
            <a:ext cx="0" cy="42478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36550" y="3796381"/>
            <a:ext cx="0" cy="42478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07350" y="2415845"/>
            <a:ext cx="488497" cy="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95848" y="2415845"/>
            <a:ext cx="0" cy="530975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95848" y="2946820"/>
            <a:ext cx="2718594" cy="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14442" y="2946820"/>
            <a:ext cx="0" cy="1592926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14442" y="4539747"/>
            <a:ext cx="488497" cy="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5945" y="2415845"/>
            <a:ext cx="488497" cy="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14442" y="2415845"/>
            <a:ext cx="0" cy="2123902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8325945" y="4539747"/>
            <a:ext cx="488497" cy="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07350" y="2415845"/>
            <a:ext cx="488497" cy="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95848" y="2415845"/>
            <a:ext cx="0" cy="530975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95848" y="2946820"/>
            <a:ext cx="2718594" cy="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14442" y="2946820"/>
            <a:ext cx="0" cy="530975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14442" y="3477796"/>
            <a:ext cx="488497" cy="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25945" y="4539747"/>
            <a:ext cx="488497" cy="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8814442" y="2415845"/>
            <a:ext cx="0" cy="2123902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814442" y="2415845"/>
            <a:ext cx="488497" cy="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>
            <a:off x="8814442" y="2415845"/>
            <a:ext cx="488497" cy="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14442" y="2415845"/>
            <a:ext cx="0" cy="530975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>
            <a:off x="3377253" y="2946820"/>
            <a:ext cx="5437189" cy="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77253" y="2946820"/>
            <a:ext cx="0" cy="1592926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H="1">
            <a:off x="2888756" y="4539747"/>
            <a:ext cx="488497" cy="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88756" y="4539747"/>
            <a:ext cx="488497" cy="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3377253" y="2415845"/>
            <a:ext cx="0" cy="2123902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H="1">
            <a:off x="2888756" y="2415845"/>
            <a:ext cx="488497" cy="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2017956" y="3796381"/>
            <a:ext cx="0" cy="42478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888756" y="4539747"/>
            <a:ext cx="488497" cy="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3377253" y="2415845"/>
            <a:ext cx="0" cy="2123902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377253" y="2415845"/>
            <a:ext cx="488497" cy="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07350" y="3477796"/>
            <a:ext cx="488497" cy="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95848" y="3477796"/>
            <a:ext cx="0" cy="530975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95848" y="4008771"/>
            <a:ext cx="2718594" cy="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814442" y="4008771"/>
            <a:ext cx="0" cy="1592926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14442" y="5601698"/>
            <a:ext cx="488497" cy="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607350" y="2415845"/>
            <a:ext cx="488497" cy="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95848" y="2415845"/>
            <a:ext cx="0" cy="2123902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H="1">
            <a:off x="5607350" y="4539747"/>
            <a:ext cx="488497" cy="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607350" y="4539747"/>
            <a:ext cx="488497" cy="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095848" y="4539747"/>
            <a:ext cx="0" cy="530975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095848" y="5070722"/>
            <a:ext cx="2718594" cy="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814442" y="5070722"/>
            <a:ext cx="0" cy="530975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14442" y="5601698"/>
            <a:ext cx="488497" cy="0"/>
          </a:xfrm>
          <a:prstGeom prst="line">
            <a:avLst/>
          </a:prstGeom>
          <a:noFill/>
          <a:ln w="12700">
            <a:solidFill>
              <a:srgbClr val="55605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47156" y="2097260"/>
            <a:ext cx="1741599" cy="637171"/>
          </a:xfrm>
          <a:prstGeom prst="roundRect">
            <a:avLst>
              <a:gd name="adj" fmla="val 21526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47156" y="2224694"/>
            <a:ext cx="31859" cy="382302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295829" y="2097260"/>
            <a:ext cx="1529209" cy="6371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1147156" y="3159210"/>
            <a:ext cx="1741599" cy="637171"/>
          </a:xfrm>
          <a:prstGeom prst="roundRect">
            <a:avLst>
              <a:gd name="adj" fmla="val 21526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47156" y="3286645"/>
            <a:ext cx="31859" cy="382302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295829" y="3159210"/>
            <a:ext cx="1529209" cy="6371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1147156" y="4221161"/>
            <a:ext cx="1741599" cy="637171"/>
          </a:xfrm>
          <a:prstGeom prst="roundRect">
            <a:avLst>
              <a:gd name="adj" fmla="val 21526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7156" y="4348595"/>
            <a:ext cx="31859" cy="382302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295829" y="4221161"/>
            <a:ext cx="1529209" cy="6371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865751" y="2097260"/>
            <a:ext cx="1741599" cy="637171"/>
          </a:xfrm>
          <a:prstGeom prst="roundRect">
            <a:avLst>
              <a:gd name="adj" fmla="val 21526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865751" y="2224694"/>
            <a:ext cx="31859" cy="382302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014424" y="2097260"/>
            <a:ext cx="1529209" cy="6371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3865751" y="3159210"/>
            <a:ext cx="1741599" cy="637171"/>
          </a:xfrm>
          <a:prstGeom prst="roundRect">
            <a:avLst>
              <a:gd name="adj" fmla="val 21526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865751" y="3286645"/>
            <a:ext cx="31859" cy="382302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014424" y="3159210"/>
            <a:ext cx="1529209" cy="6371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3865751" y="4221161"/>
            <a:ext cx="1741599" cy="637171"/>
          </a:xfrm>
          <a:prstGeom prst="roundRect">
            <a:avLst>
              <a:gd name="adj" fmla="val 21526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865751" y="4348595"/>
            <a:ext cx="31859" cy="382302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014424" y="4221161"/>
            <a:ext cx="1529209" cy="6371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6584345" y="2097260"/>
            <a:ext cx="1741599" cy="637171"/>
          </a:xfrm>
          <a:prstGeom prst="roundRect">
            <a:avLst>
              <a:gd name="adj" fmla="val 21526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584345" y="2224694"/>
            <a:ext cx="31859" cy="382302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733018" y="2097260"/>
            <a:ext cx="1529209" cy="6371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6584345" y="3159210"/>
            <a:ext cx="1741599" cy="637171"/>
          </a:xfrm>
          <a:prstGeom prst="roundRect">
            <a:avLst>
              <a:gd name="adj" fmla="val 21526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584345" y="3286645"/>
            <a:ext cx="31859" cy="382302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733018" y="3159210"/>
            <a:ext cx="1529209" cy="6371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6584345" y="4221161"/>
            <a:ext cx="1741599" cy="637171"/>
          </a:xfrm>
          <a:prstGeom prst="roundRect">
            <a:avLst>
              <a:gd name="adj" fmla="val 21526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584345" y="4348595"/>
            <a:ext cx="31859" cy="382302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733018" y="4221161"/>
            <a:ext cx="1529209" cy="6371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9302939" y="2097260"/>
            <a:ext cx="1741599" cy="637171"/>
          </a:xfrm>
          <a:prstGeom prst="roundRect">
            <a:avLst>
              <a:gd name="adj" fmla="val 21526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302939" y="2224694"/>
            <a:ext cx="31859" cy="382302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451612" y="2097260"/>
            <a:ext cx="1529209" cy="6371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9302939" y="3159210"/>
            <a:ext cx="1741599" cy="637171"/>
          </a:xfrm>
          <a:prstGeom prst="roundRect">
            <a:avLst>
              <a:gd name="adj" fmla="val 21526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302939" y="3286645"/>
            <a:ext cx="31859" cy="382302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451612" y="3159210"/>
            <a:ext cx="1529209" cy="6371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9302939" y="4221161"/>
            <a:ext cx="1741599" cy="637171"/>
          </a:xfrm>
          <a:prstGeom prst="roundRect">
            <a:avLst>
              <a:gd name="adj" fmla="val 21526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302939" y="4348595"/>
            <a:ext cx="31859" cy="382302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451612" y="4221161"/>
            <a:ext cx="1529209" cy="6371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9302939" y="5283112"/>
            <a:ext cx="1741599" cy="637171"/>
          </a:xfrm>
          <a:prstGeom prst="roundRect">
            <a:avLst>
              <a:gd name="adj" fmla="val 21526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302939" y="5410546"/>
            <a:ext cx="31859" cy="382302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451612" y="5283112"/>
            <a:ext cx="1529209" cy="6371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1/8 · LOGIN WITH OTP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01 /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enters phone number and OTP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 →  Screens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LoginActivity · activity_login.xml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1/8 · LOGIN WITH OTP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02 /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Tapping Continue calls login()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 →  ViewModels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LoginViewModel.login()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1/8 · LOGIN WITH OTP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03 /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ViewModel hands the call to the repository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  →  Repositories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AuthRepository.verifyOtp()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1/8 · LOGIN WITH OTP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04 /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/v1/auth/verify over HTTPS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  →  API gateway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AuthApi (Retrofit interface)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1/8 · LOGIN WITH OTP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05 /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Gateway routes the call to the auth service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134855" y="2538250"/>
            <a:ext cx="0" cy="358279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 →  Auth service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 from the /auth path prefix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1/8 · LOGIN WITH OTP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06 /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 service returns a JWT and a refresh token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4855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 flipV="1">
            <a:off x="7349823" y="2538250"/>
            <a:ext cx="0" cy="358279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2FD3A7">
              <a:alpha val="18000"/>
            </a:srgbClr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2FD3A7"/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  →  API gateway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TokenResponse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1/8 · LOGIN WITH OTP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07 /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 OK reaches the app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4855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7349823" y="2538250"/>
            <a:ext cx="0" cy="358279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2FD3A7">
              <a:alpha val="18000"/>
            </a:srgbClr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2FD3A7"/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 →  Repositories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OkHttpClient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1/8 · LOGIN WITH OTP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08 /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Tokens are saved in encrypted storage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4855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7349823" y="2538250"/>
            <a:ext cx="0" cy="358279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A493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A493F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A493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A493F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38100">
            <a:solidFill>
              <a:srgbClr val="A493FF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A493FF">
              <a:alpha val="18000"/>
            </a:srgbClr>
          </a:solidFill>
          <a:ln w="12700">
            <a:solidFill>
              <a:srgbClr val="A493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A493FF"/>
          </a:solidFill>
          <a:ln w="12700">
            <a:solidFill>
              <a:srgbClr val="A493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  →  Local storage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EncryptedSharedPreferences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1/8 · LOGIN WITH OTP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09 /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Repository emits a LoggedIn state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4855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7349823" y="2538250"/>
            <a:ext cx="0" cy="358279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 flipV="1">
            <a:off x="5056840" y="2538250"/>
            <a:ext cx="0" cy="358279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2FD3A7">
              <a:alpha val="18000"/>
            </a:srgbClr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2FD3A7"/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  →  ViewModels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StateFlow&lt;AuthState&gt;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1/8 · LOGIN WITH OTP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10 /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navigates to Home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4855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7349823" y="2538250"/>
            <a:ext cx="0" cy="358279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056840" y="2538250"/>
            <a:ext cx="0" cy="358279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 flipH="1">
            <a:off x="3856607" y="2323283"/>
            <a:ext cx="358279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856607" y="2323283"/>
            <a:ext cx="0" cy="895696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H="1">
            <a:off x="3390845" y="3218979"/>
            <a:ext cx="465762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2FD3A7">
              <a:alpha val="18000"/>
            </a:srgbClr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2FD3A7"/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  →  Screens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nav_graph.xml: login → home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1/8 · LOGIN WITH OTP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11 /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login_success event is logged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4855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7349823" y="2538250"/>
            <a:ext cx="0" cy="358279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056840" y="2538250"/>
            <a:ext cx="0" cy="358279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>
            <a:off x="3856607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56607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>
            <a:off x="3390845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683827" y="2215799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42106" y="2215799"/>
            <a:ext cx="0" cy="447848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42106" y="2663647"/>
            <a:ext cx="2292983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335089" y="2663647"/>
            <a:ext cx="0" cy="1343545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335089" y="4007192"/>
            <a:ext cx="465762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  →  Analytics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FirebaseAnalytics.logEvent()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2/8 · PLACE AN ORDER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01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taps Place order on the cart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 →  Screens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CartFragment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2/8 · PLACE AN ORDER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02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 screen calls placeOrder()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 →  ViewModels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CartViewModel.placeOrder()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2/8 · PLACE AN ORDER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03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request goes to the repository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  →  Repositories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OrderRepository.create()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2/8 · PLACE AN ORDER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04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/v1/orders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  →  API gateway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OrderApi.create()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2/8 · PLACE AN ORDER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05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Gateway routes to the order service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 →  Order service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 from the /orders path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2/8 · PLACE AN ORDER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06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created with status pending_payment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976810" y="4114675"/>
            <a:ext cx="465762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8442572" y="2323283"/>
            <a:ext cx="0" cy="1791393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H="1">
            <a:off x="7976810" y="2323283"/>
            <a:ext cx="465762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2FD3A7">
              <a:alpha val="18000"/>
            </a:srgbClr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2FD3A7"/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  →  API gateway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OrderDto.status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2/8 · PLACE AN ORDER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07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 Created reaches the app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76810" y="4114675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8442572" y="2323283"/>
            <a:ext cx="0" cy="1791393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7976810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2FD3A7">
              <a:alpha val="18000"/>
            </a:srgbClr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2FD3A7"/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 →  Repositories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OkHttpClient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2/8 · PLACE AN ORDER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08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ViewModel receives the order id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76810" y="4114675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8442572" y="2323283"/>
            <a:ext cx="0" cy="1791393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7976810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 flipV="1">
            <a:off x="5056840" y="2538250"/>
            <a:ext cx="0" cy="358279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2FD3A7">
              <a:alpha val="18000"/>
            </a:srgbClr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2FD3A7"/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  →  ViewModels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Result&lt;Order&gt;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2/8 · PLACE AN ORDER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09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sheet opens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76810" y="4114675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8442572" y="2323283"/>
            <a:ext cx="0" cy="1791393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7976810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5056840" y="2538250"/>
            <a:ext cx="0" cy="358279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683827" y="2215799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42106" y="2215799"/>
            <a:ext cx="0" cy="447848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42106" y="2663647"/>
            <a:ext cx="2292983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335089" y="2663647"/>
            <a:ext cx="0" cy="447848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335089" y="3111495"/>
            <a:ext cx="465762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  →  Stripe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PaymentSheet.present()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2/8 · PLACE AN ORDER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10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confirmed by the provider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76810" y="4114675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8442572" y="2323283"/>
            <a:ext cx="0" cy="1791393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7976810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5056840" y="2538250"/>
            <a:ext cx="0" cy="358279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83827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42106" y="2215799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42106" y="2663647"/>
            <a:ext cx="2292983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35089" y="2663647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35089" y="3111495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 flipH="1">
            <a:off x="8442572" y="3218979"/>
            <a:ext cx="358279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8442572" y="2771131"/>
            <a:ext cx="0" cy="447848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H="1">
            <a:off x="6149589" y="2771131"/>
            <a:ext cx="2292983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6149589" y="2323283"/>
            <a:ext cx="0" cy="447848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H="1">
            <a:off x="5683827" y="2323283"/>
            <a:ext cx="465762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2FD3A7">
              <a:alpha val="18000"/>
            </a:srgbClr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2FD3A7"/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 →  ViewModels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PaymentResult.Completed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2/8 · PLACE AN ORDER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11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confirms the payment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76810" y="4114675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8442572" y="2323283"/>
            <a:ext cx="0" cy="1791393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7976810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5056840" y="2538250"/>
            <a:ext cx="0" cy="358279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83827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42106" y="2215799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42106" y="2663647"/>
            <a:ext cx="2292983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35089" y="2663647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35089" y="3111495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>
            <a:off x="8442572" y="3218979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8442572" y="2771131"/>
            <a:ext cx="0" cy="447848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>
            <a:off x="6149589" y="2771131"/>
            <a:ext cx="2292983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6149589" y="2323283"/>
            <a:ext cx="0" cy="447848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>
            <a:off x="5683827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  →  Repositories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OrderRepository.confirm()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2/8 · PLACE AN ORDER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12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/v1/orders/{id}/confirm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76810" y="4114675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8442572" y="2323283"/>
            <a:ext cx="0" cy="1791393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7976810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5056840" y="2538250"/>
            <a:ext cx="0" cy="358279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83827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42106" y="2215799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42106" y="2663647"/>
            <a:ext cx="2292983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35089" y="2663647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35089" y="3111495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>
            <a:off x="8442572" y="3218979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8442572" y="2771131"/>
            <a:ext cx="0" cy="447848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>
            <a:off x="6149589" y="2771131"/>
            <a:ext cx="2292983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6149589" y="2323283"/>
            <a:ext cx="0" cy="447848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>
            <a:off x="5683827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  →  API gateway</a:t>
            </a:r>
            <a:endParaRPr lang="en-US" sz="1400" dirty="0"/>
          </a:p>
        </p:txBody>
      </p:sp>
      <p:sp>
        <p:nvSpPr>
          <p:cNvPr id="91" name="Shape 89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OrderApi.confirm()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2/8 · PLACE AN ORDER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13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service marks the order paid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76810" y="4114675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8442572" y="2323283"/>
            <a:ext cx="0" cy="1791393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7976810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5056840" y="2538250"/>
            <a:ext cx="0" cy="358279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83827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42106" y="2215799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42106" y="2663647"/>
            <a:ext cx="2292983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35089" y="2663647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35089" y="3111495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>
            <a:off x="8442572" y="3218979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8442572" y="2771131"/>
            <a:ext cx="0" cy="447848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>
            <a:off x="6149589" y="2771131"/>
            <a:ext cx="2292983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6149589" y="2323283"/>
            <a:ext cx="0" cy="447848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>
            <a:off x="5683827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 →  Order service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2/8 · PLACE AN ORDER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14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triggers an order-confirmed push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76810" y="4114675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8442572" y="2323283"/>
            <a:ext cx="0" cy="1791393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7976810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5056840" y="2538250"/>
            <a:ext cx="0" cy="358279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83827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42106" y="2215799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42106" y="2663647"/>
            <a:ext cx="2292983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35089" y="2663647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35089" y="3111495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>
            <a:off x="8442572" y="3218979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8442572" y="2771131"/>
            <a:ext cx="0" cy="447848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>
            <a:off x="6149589" y="2771131"/>
            <a:ext cx="2292983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6149589" y="2323283"/>
            <a:ext cx="0" cy="447848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>
            <a:off x="5683827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976810" y="4007192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V="1">
            <a:off x="8335089" y="2215799"/>
            <a:ext cx="0" cy="1791393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335089" y="2215799"/>
            <a:ext cx="465762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  →  Firebase FCM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FCM topic: orders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2/8 · PLACE AN ORDER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15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Confirmation returned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76810" y="4114675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8442572" y="2323283"/>
            <a:ext cx="0" cy="1791393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7976810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5056840" y="2538250"/>
            <a:ext cx="0" cy="358279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83827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42106" y="2215799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42106" y="2663647"/>
            <a:ext cx="2292983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35089" y="2663647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35089" y="3111495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>
            <a:off x="8442572" y="3218979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8442572" y="2771131"/>
            <a:ext cx="0" cy="447848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>
            <a:off x="6149589" y="2771131"/>
            <a:ext cx="2292983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6149589" y="2323283"/>
            <a:ext cx="0" cy="447848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>
            <a:off x="5683827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35089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7976810" y="4114675"/>
            <a:ext cx="465762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8442572" y="2323283"/>
            <a:ext cx="0" cy="1791393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H="1">
            <a:off x="7976810" y="2323283"/>
            <a:ext cx="465762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  <a:tailEnd type="triangle"/>
          </a:ln>
        </p:spPr>
      </p:sp>
      <p:sp>
        <p:nvSpPr>
          <p:cNvPr id="96" name="Shape 94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2FD3A7">
              <a:alpha val="18000"/>
            </a:srgbClr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2FD3A7"/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  →  API gateway</a:t>
            </a:r>
            <a:endParaRPr lang="en-US" sz="1400" dirty="0"/>
          </a:p>
        </p:txBody>
      </p:sp>
      <p:sp>
        <p:nvSpPr>
          <p:cNvPr id="100" name="Shape 98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OrderDto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2/8 · PLACE AN ORDER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16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 OK reaches the app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76810" y="4114675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8442572" y="2323283"/>
            <a:ext cx="0" cy="1791393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7976810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5056840" y="2538250"/>
            <a:ext cx="0" cy="358279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83827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42106" y="2215799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42106" y="2663647"/>
            <a:ext cx="2292983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35089" y="2663647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35089" y="3111495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>
            <a:off x="8442572" y="3218979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8442572" y="2771131"/>
            <a:ext cx="0" cy="447848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>
            <a:off x="6149589" y="2771131"/>
            <a:ext cx="2292983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6149589" y="2323283"/>
            <a:ext cx="0" cy="447848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>
            <a:off x="5683827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35089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76810" y="4114675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8442572" y="2323283"/>
            <a:ext cx="0" cy="1791393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H="1">
            <a:off x="7976810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2FD3A7">
              <a:alpha val="18000"/>
            </a:srgbClr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2FD3A7"/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 →  Repositories</a:t>
            </a:r>
            <a:endParaRPr lang="en-US" sz="1400" dirty="0"/>
          </a:p>
        </p:txBody>
      </p:sp>
      <p:sp>
        <p:nvSpPr>
          <p:cNvPr id="103" name="Shape 101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OkHttpClient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2/8 · PLACE AN ORDER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17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cached for offline viewing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76810" y="4114675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8442572" y="2323283"/>
            <a:ext cx="0" cy="1791393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7976810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5056840" y="2538250"/>
            <a:ext cx="0" cy="358279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83827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42106" y="2215799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42106" y="2663647"/>
            <a:ext cx="2292983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35089" y="2663647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35089" y="3111495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>
            <a:off x="8442572" y="3218979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8442572" y="2771131"/>
            <a:ext cx="0" cy="447848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>
            <a:off x="6149589" y="2771131"/>
            <a:ext cx="2292983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6149589" y="2323283"/>
            <a:ext cx="0" cy="447848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>
            <a:off x="5683827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35089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76810" y="4114675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8442572" y="2323283"/>
            <a:ext cx="0" cy="1791393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H="1">
            <a:off x="7976810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A493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A493F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A493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A493F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38100">
            <a:solidFill>
              <a:srgbClr val="A493FF"/>
            </a:solidFill>
            <a:prstDash val="solid"/>
            <a:tailEnd type="triangle"/>
          </a:ln>
        </p:spPr>
      </p:sp>
      <p:sp>
        <p:nvSpPr>
          <p:cNvPr id="100" name="Shape 98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A493FF">
              <a:alpha val="18000"/>
            </a:srgbClr>
          </a:solidFill>
          <a:ln w="12700">
            <a:solidFill>
              <a:srgbClr val="A493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A493FF"/>
          </a:solidFill>
          <a:ln w="12700">
            <a:solidFill>
              <a:srgbClr val="A493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  →  Local storage</a:t>
            </a:r>
            <a:endParaRPr lang="en-US" sz="1400" dirty="0"/>
          </a:p>
        </p:txBody>
      </p:sp>
      <p:sp>
        <p:nvSpPr>
          <p:cNvPr id="104" name="Shape 102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OrderDao.insert()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2/8 · PLACE AN ORDER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18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Tracking screen opens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76810" y="4114675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8442572" y="2323283"/>
            <a:ext cx="0" cy="1791393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7976810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5056840" y="2538250"/>
            <a:ext cx="0" cy="358279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83827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42106" y="2215799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42106" y="2663647"/>
            <a:ext cx="2292983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35089" y="2663647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35089" y="3111495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>
            <a:off x="8442572" y="3218979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8442572" y="2771131"/>
            <a:ext cx="0" cy="447848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>
            <a:off x="6149589" y="2771131"/>
            <a:ext cx="2292983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6149589" y="2323283"/>
            <a:ext cx="0" cy="447848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>
            <a:off x="5683827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35089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76810" y="4114675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8442572" y="2323283"/>
            <a:ext cx="0" cy="1791393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H="1">
            <a:off x="7976810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 flipH="1">
            <a:off x="3856607" y="2323283"/>
            <a:ext cx="358279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56607" y="2323283"/>
            <a:ext cx="0" cy="895696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H="1">
            <a:off x="3390845" y="3218979"/>
            <a:ext cx="465762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2FD3A7">
              <a:alpha val="18000"/>
            </a:srgbClr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2FD3A7"/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  →  Screens</a:t>
            </a:r>
            <a:endParaRPr lang="en-US" sz="1400" dirty="0"/>
          </a:p>
        </p:txBody>
      </p:sp>
      <p:sp>
        <p:nvSpPr>
          <p:cNvPr id="107" name="Shape 105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nav_graph.xml: cart → tracking</a:t>
            </a:r>
            <a:endParaRPr lang="en-US" sz="1100" dirty="0"/>
          </a:p>
        </p:txBody>
      </p:sp>
      <p:sp>
        <p:nvSpPr>
          <p:cNvPr id="109" name="Text 107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3/8 · PUSH TO DEEP LINK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01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push notification arrives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 flipH="1">
            <a:off x="8335089" y="2215799"/>
            <a:ext cx="465762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35089" y="2215799"/>
            <a:ext cx="0" cy="447848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H="1">
            <a:off x="3749123" y="2663647"/>
            <a:ext cx="4585965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49123" y="2663647"/>
            <a:ext cx="0" cy="1343545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>
            <a:off x="3390845" y="4007192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  →  System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FoodDashMessagingService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3/8 · PUSH TO DEEP LINK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02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taps the notification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 flipH="1">
            <a:off x="8335089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5089" y="2215799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3749123" y="2663647"/>
            <a:ext cx="4585965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663647"/>
            <a:ext cx="0" cy="1343545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3390845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390845" y="4007192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3749123" y="2215799"/>
            <a:ext cx="0" cy="1791393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H="1">
            <a:off x="3390845" y="2215799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 →  User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PendingIntent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3/8 · PUSH TO DEEP LINK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03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link fooddash://orders/123 opens order details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 flipH="1">
            <a:off x="8335089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5089" y="2215799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3749123" y="2663647"/>
            <a:ext cx="4585965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663647"/>
            <a:ext cx="0" cy="1343545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3390845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90845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3749123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3390845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 flipV="1">
            <a:off x="2548890" y="3433946"/>
            <a:ext cx="0" cy="358279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 →  Screens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AndroidManifest intent-filter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3/8 · PUSH TO DEEP LINK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04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 requests the order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 flipH="1">
            <a:off x="8335089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5089" y="2215799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3749123" y="2663647"/>
            <a:ext cx="4585965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663647"/>
            <a:ext cx="0" cy="1343545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3390845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90845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3749123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3390845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2548890" y="3433946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 →  ViewModels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OrderDetailViewModel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3/8 · PUSH TO DEEP LINK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05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Repository is asked for order 123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 flipH="1">
            <a:off x="8335089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5089" y="2215799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3749123" y="2663647"/>
            <a:ext cx="4585965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663647"/>
            <a:ext cx="0" cy="1343545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3390845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90845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3749123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3390845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2548890" y="3433946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  →  Repositories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OrderRepository.get()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3/8 · PUSH TO DEEP LINK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06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Cached copy shown instantly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 flipH="1">
            <a:off x="8335089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5089" y="2215799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3749123" y="2663647"/>
            <a:ext cx="4585965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663647"/>
            <a:ext cx="0" cy="1343545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3390845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90845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3749123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3390845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2548890" y="3433946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A493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A493F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A493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A493F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38100">
            <a:solidFill>
              <a:srgbClr val="A493FF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A493FF">
              <a:alpha val="18000"/>
            </a:srgbClr>
          </a:solidFill>
          <a:ln w="12700">
            <a:solidFill>
              <a:srgbClr val="A493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A493FF"/>
          </a:solidFill>
          <a:ln w="12700">
            <a:solidFill>
              <a:srgbClr val="A493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  →  Local storage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OrderDao.getById()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3/8 · PUSH TO DEEP LINK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07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/v1/orders/123 for live status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 flipH="1">
            <a:off x="8335089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5089" y="2215799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3749123" y="2663647"/>
            <a:ext cx="4585965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663647"/>
            <a:ext cx="0" cy="1343545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3390845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90845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3749123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3390845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2548890" y="3433946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  →  API gateway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OrderApi.get()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3/8 · PUSH TO DEEP LINK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08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Routed to the order service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 flipH="1">
            <a:off x="8335089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5089" y="2215799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3749123" y="2663647"/>
            <a:ext cx="4585965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663647"/>
            <a:ext cx="0" cy="1343545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3390845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90845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3749123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3390845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2548890" y="3433946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 →  Order service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3/8 · PUSH TO DEEP LINK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09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Latest status returned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 flipH="1">
            <a:off x="8335089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5089" y="2215799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3749123" y="2663647"/>
            <a:ext cx="4585965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663647"/>
            <a:ext cx="0" cy="1343545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3390845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90845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3749123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3390845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2548890" y="3433946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7976810" y="4114675"/>
            <a:ext cx="465762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8442572" y="2323283"/>
            <a:ext cx="0" cy="1791393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H="1">
            <a:off x="7976810" y="2323283"/>
            <a:ext cx="465762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2FD3A7">
              <a:alpha val="18000"/>
            </a:srgbClr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2FD3A7"/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  →  API gateway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OrderDto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3/8 · PUSH TO DEEP LINK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10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 OK reaches the app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 flipH="1">
            <a:off x="8335089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5089" y="2215799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3749123" y="2663647"/>
            <a:ext cx="4585965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663647"/>
            <a:ext cx="0" cy="1343545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3390845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90845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3749123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3390845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2548890" y="3433946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76810" y="4114675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8442572" y="2323283"/>
            <a:ext cx="0" cy="1791393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7976810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2FD3A7">
              <a:alpha val="18000"/>
            </a:srgbClr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2FD3A7"/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 →  Repositories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OkHttpClient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3/8 · PUSH TO DEEP LINK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11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 data replaces the cache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 flipH="1">
            <a:off x="8335089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5089" y="2215799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3749123" y="2663647"/>
            <a:ext cx="4585965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663647"/>
            <a:ext cx="0" cy="1343545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3390845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90845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3749123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3390845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2548890" y="3433946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76810" y="4114675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8442572" y="2323283"/>
            <a:ext cx="0" cy="1791393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7976810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 flipV="1">
            <a:off x="5056840" y="2538250"/>
            <a:ext cx="0" cy="358279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2FD3A7">
              <a:alpha val="18000"/>
            </a:srgbClr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2FD3A7"/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  →  ViewModels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Flow&lt;Order&gt;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3/8 · PUSH TO DEEP LINK · HAPPY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12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status is displayed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 flipH="1">
            <a:off x="8335089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5089" y="2215799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3749123" y="2663647"/>
            <a:ext cx="4585965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663647"/>
            <a:ext cx="0" cy="1343545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3390845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90845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3749123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3390845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2548890" y="3433946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76810" y="4114675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8442572" y="2323283"/>
            <a:ext cx="0" cy="1791393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7976810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5056840" y="2538250"/>
            <a:ext cx="0" cy="358279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 flipH="1">
            <a:off x="3856607" y="2323283"/>
            <a:ext cx="358279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856607" y="2323283"/>
            <a:ext cx="0" cy="895696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H="1">
            <a:off x="3390845" y="3218979"/>
            <a:ext cx="465762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2FD3A7">
              <a:alpha val="18000"/>
            </a:srgbClr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2FD3A7"/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  →  Screens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fragment_order_detail.xml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4/8 · SESSION EXPIRED · ERROR AND EDGE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01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screen loads past orders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 →  ViewModels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HomeViewModel.load()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4/8 · SESSION EXPIRED · ERROR AND EDGE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02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Repository fetches orders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  →  Repositories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OrderRepository.list()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4/8 · SESSION EXPIRED · ERROR AND EDGE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03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/v1/orders with an expired JWT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  →  API gateway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OrderApi.list()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4/8 · SESSION EXPIRED · ERROR AND EDGE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04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401 Unauthorized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445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FF4458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445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FF4458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 flipH="1">
            <a:off x="6095848" y="2269541"/>
            <a:ext cx="412020" cy="0"/>
          </a:xfrm>
          <a:prstGeom prst="line">
            <a:avLst/>
          </a:prstGeom>
          <a:noFill/>
          <a:ln w="38100">
            <a:solidFill>
              <a:srgbClr val="FF4458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>
            <a:off x="6095848" y="2269541"/>
            <a:ext cx="0" cy="895696"/>
          </a:xfrm>
          <a:prstGeom prst="line">
            <a:avLst/>
          </a:prstGeom>
          <a:noFill/>
          <a:ln w="38100">
            <a:solidFill>
              <a:srgbClr val="FF4458"/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 flipH="1">
            <a:off x="5683827" y="3165237"/>
            <a:ext cx="412020" cy="0"/>
          </a:xfrm>
          <a:prstGeom prst="line">
            <a:avLst/>
          </a:prstGeom>
          <a:noFill/>
          <a:ln w="38100">
            <a:solidFill>
              <a:srgbClr val="FF4458"/>
            </a:solidFill>
            <a:prstDash val="dash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4458">
              <a:alpha val="18000"/>
            </a:srgbClr>
          </a:solidFill>
          <a:ln w="12700">
            <a:solidFill>
              <a:srgbClr val="FF445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4458"/>
          </a:solidFill>
          <a:ln w="12700">
            <a:solidFill>
              <a:srgbClr val="FF445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 →  Repositories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401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4/8 · SESSION EXPIRED · ERROR AND EDGE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05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Refresh token is read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6095848" y="2269541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095848" y="2269541"/>
            <a:ext cx="0" cy="895696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 flipH="1">
            <a:off x="5683827" y="3165237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A493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A493F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A493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A493F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38100">
            <a:solidFill>
              <a:srgbClr val="A493FF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A493FF">
              <a:alpha val="18000"/>
            </a:srgbClr>
          </a:solidFill>
          <a:ln w="12700">
            <a:solidFill>
              <a:srgbClr val="A493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A493FF"/>
          </a:solidFill>
          <a:ln w="12700">
            <a:solidFill>
              <a:srgbClr val="A493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  →  Local storage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TokenAuthenticator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4/8 · SESSION EXPIRED · ERROR AND EDGE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06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/v1/auth/refresh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6095848" y="2269541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095848" y="2269541"/>
            <a:ext cx="0" cy="895696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 flipH="1">
            <a:off x="5683827" y="3165237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  →  API gateway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AuthApi.refresh()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4/8 · SESSION EXPIRED · ERROR AND EDGE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07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Routed to the auth service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6095848" y="2269541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095848" y="2269541"/>
            <a:ext cx="0" cy="895696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 flipH="1">
            <a:off x="5683827" y="3165237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7134855" y="2538250"/>
            <a:ext cx="0" cy="358279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 →  Auth service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4/8 · SESSION EXPIRED · ERROR AND EDGE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08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JWT issued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6095848" y="2269541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095848" y="2269541"/>
            <a:ext cx="0" cy="895696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 flipH="1">
            <a:off x="5683827" y="3165237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4855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 flipV="1">
            <a:off x="7349823" y="2538250"/>
            <a:ext cx="0" cy="358279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2FD3A7">
              <a:alpha val="18000"/>
            </a:srgbClr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2FD3A7"/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  →  API gateway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TokenResponse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4/8 · SESSION EXPIRED · ERROR AND EDGE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09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token reaches the app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6095848" y="2269541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095848" y="2269541"/>
            <a:ext cx="0" cy="895696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 flipH="1">
            <a:off x="5683827" y="3165237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4855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7349823" y="2538250"/>
            <a:ext cx="0" cy="358279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2FD3A7">
              <a:alpha val="18000"/>
            </a:srgbClr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2FD3A7"/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 →  Repositories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OkHttp Authenticator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4/8 · SESSION EXPIRED · ERROR AND EDGE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10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Original request retried automatically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6095848" y="2269541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095848" y="2269541"/>
            <a:ext cx="0" cy="895696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 flipH="1">
            <a:off x="5683827" y="3165237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4855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7349823" y="2538250"/>
            <a:ext cx="0" cy="358279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  →  API gateway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OkHttp Authenticator retry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4/8 · SESSION EXPIRED · ERROR AND EDGE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11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Routed to the order service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6095848" y="2269541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095848" y="2269541"/>
            <a:ext cx="0" cy="895696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 flipH="1">
            <a:off x="5683827" y="3165237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4855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7349823" y="2538250"/>
            <a:ext cx="0" cy="358279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 →  Order service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4/8 · SESSION EXPIRED · ERROR AND EDGE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12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Orders returned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6095848" y="2269541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095848" y="2269541"/>
            <a:ext cx="0" cy="895696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 flipH="1">
            <a:off x="5683827" y="3165237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4855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7349823" y="2538250"/>
            <a:ext cx="0" cy="358279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7976810" y="4114675"/>
            <a:ext cx="465762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8442572" y="2323283"/>
            <a:ext cx="0" cy="1791393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H="1">
            <a:off x="7976810" y="2323283"/>
            <a:ext cx="465762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2FD3A7">
              <a:alpha val="18000"/>
            </a:srgbClr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2FD3A7"/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  →  API gateway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List&lt;OrderDto&gt;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4/8 · SESSION EXPIRED · ERROR AND EDGE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13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 OK reaches the app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6095848" y="2269541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095848" y="2269541"/>
            <a:ext cx="0" cy="895696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 flipH="1">
            <a:off x="5683827" y="3165237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4855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7349823" y="2538250"/>
            <a:ext cx="0" cy="358279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76810" y="4114675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8442572" y="2323283"/>
            <a:ext cx="0" cy="1791393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>
            <a:off x="7976810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2FD3A7">
              <a:alpha val="18000"/>
            </a:srgbClr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2FD3A7"/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 →  Repositories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OkHttpClient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4/8 · SESSION EXPIRED · ERROR AND EDGE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14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Orders handed to the ViewModel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6095848" y="2269541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095848" y="2269541"/>
            <a:ext cx="0" cy="895696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 flipH="1">
            <a:off x="5683827" y="3165237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4855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7349823" y="2538250"/>
            <a:ext cx="0" cy="358279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76810" y="4114675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8442572" y="2323283"/>
            <a:ext cx="0" cy="1791393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>
            <a:off x="7976810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 flipV="1">
            <a:off x="5056840" y="2538250"/>
            <a:ext cx="0" cy="358279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2FD3A7">
              <a:alpha val="18000"/>
            </a:srgbClr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2FD3A7"/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  →  ViewModels</a:t>
            </a:r>
            <a:endParaRPr lang="en-US" sz="1400" dirty="0"/>
          </a:p>
        </p:txBody>
      </p:sp>
      <p:sp>
        <p:nvSpPr>
          <p:cNvPr id="91" name="Shape 89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Result&lt;List&lt;Order&gt;&gt;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4/8 · SESSION EXPIRED · ERROR AND EDGE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15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user never notices the refresh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6095848" y="2269541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095848" y="2269541"/>
            <a:ext cx="0" cy="895696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 flipH="1">
            <a:off x="5683827" y="3165237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4855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7349823" y="2538250"/>
            <a:ext cx="0" cy="358279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76810" y="4114675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8442572" y="2323283"/>
            <a:ext cx="0" cy="1791393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>
            <a:off x="7976810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5056840" y="2538250"/>
            <a:ext cx="0" cy="358279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 flipH="1">
            <a:off x="3856607" y="2323283"/>
            <a:ext cx="358279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856607" y="2323283"/>
            <a:ext cx="0" cy="895696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H="1">
            <a:off x="3390845" y="3218979"/>
            <a:ext cx="465762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2FD3A7">
              <a:alpha val="18000"/>
            </a:srgbClr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2FD3A7"/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  →  Screens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fragment_home.xml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5/8 · PAYMENT DECLINED · ERROR AND EDGE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01 / 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taps Pay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 →  Screens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CheckoutFragment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5/8 · PAYMENT DECLINED · ERROR AND EDGE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02 / 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Checkout starts the payment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 →  ViewModels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CheckoutViewModel.pay()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5/8 · PAYMENT DECLINED · ERROR AND EDGE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03 / 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sheet opens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683827" y="2215799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42106" y="2215799"/>
            <a:ext cx="0" cy="447848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042106" y="2663647"/>
            <a:ext cx="2292983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335089" y="2663647"/>
            <a:ext cx="0" cy="447848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335089" y="3111495"/>
            <a:ext cx="465762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  →  Stripe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PaymentSheet.present()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5/8 · PAYMENT DECLINED · ERROR AND EDGE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04 / 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 declined by the provider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83827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42106" y="2215799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42106" y="2663647"/>
            <a:ext cx="2292983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35089" y="2663647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35089" y="3111495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445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FF4458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445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FF4458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 flipH="1">
            <a:off x="8388830" y="3165237"/>
            <a:ext cx="412020" cy="0"/>
          </a:xfrm>
          <a:prstGeom prst="line">
            <a:avLst/>
          </a:prstGeom>
          <a:noFill/>
          <a:ln w="38100">
            <a:solidFill>
              <a:srgbClr val="FF4458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 flipV="1">
            <a:off x="8388830" y="2717389"/>
            <a:ext cx="0" cy="447848"/>
          </a:xfrm>
          <a:prstGeom prst="line">
            <a:avLst/>
          </a:prstGeom>
          <a:noFill/>
          <a:ln w="38100">
            <a:solidFill>
              <a:srgbClr val="FF4458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 flipH="1">
            <a:off x="6095848" y="2717389"/>
            <a:ext cx="2292983" cy="0"/>
          </a:xfrm>
          <a:prstGeom prst="line">
            <a:avLst/>
          </a:prstGeom>
          <a:noFill/>
          <a:ln w="38100">
            <a:solidFill>
              <a:srgbClr val="FF4458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 flipV="1">
            <a:off x="6095848" y="2269541"/>
            <a:ext cx="0" cy="447848"/>
          </a:xfrm>
          <a:prstGeom prst="line">
            <a:avLst/>
          </a:prstGeom>
          <a:noFill/>
          <a:ln w="38100">
            <a:solidFill>
              <a:srgbClr val="FF4458"/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 flipH="1">
            <a:off x="5683827" y="2269541"/>
            <a:ext cx="412020" cy="0"/>
          </a:xfrm>
          <a:prstGeom prst="line">
            <a:avLst/>
          </a:prstGeom>
          <a:noFill/>
          <a:ln w="38100">
            <a:solidFill>
              <a:srgbClr val="FF4458"/>
            </a:solidFill>
            <a:prstDash val="dash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4458">
              <a:alpha val="18000"/>
            </a:srgbClr>
          </a:solidFill>
          <a:ln w="12700">
            <a:solidFill>
              <a:srgbClr val="FF445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4458"/>
          </a:solidFill>
          <a:ln w="12700">
            <a:solidFill>
              <a:srgbClr val="FF445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 →  ViewModels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PaymentResult.Failed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5/8 · PAYMENT DECLINED · ERROR AND EDGE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05 / 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payment_failed event is logged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83827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42106" y="2215799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42106" y="2663647"/>
            <a:ext cx="2292983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35089" y="2663647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35089" y="3111495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8388830" y="3165237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 flipV="1">
            <a:off x="8388830" y="2717389"/>
            <a:ext cx="0" cy="447848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 flipH="1">
            <a:off x="6095848" y="2717389"/>
            <a:ext cx="2292983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 flipV="1">
            <a:off x="6095848" y="2269541"/>
            <a:ext cx="0" cy="447848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 flipH="1">
            <a:off x="5683827" y="2269541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683827" y="2215799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42106" y="2215799"/>
            <a:ext cx="0" cy="447848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042106" y="2663647"/>
            <a:ext cx="2292983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335089" y="2663647"/>
            <a:ext cx="0" cy="1343545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335089" y="4007192"/>
            <a:ext cx="465762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  →  Analytics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FirebaseAnalytics.logEvent()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5/8 · PAYMENT DECLINED · ERROR AND EDGE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06 / 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Retry dialog is shown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83827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42106" y="2215799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42106" y="2663647"/>
            <a:ext cx="2292983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35089" y="2663647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35089" y="3111495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8388830" y="3165237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 flipV="1">
            <a:off x="8388830" y="2717389"/>
            <a:ext cx="0" cy="447848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 flipH="1">
            <a:off x="6095848" y="2717389"/>
            <a:ext cx="2292983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 flipV="1">
            <a:off x="6095848" y="2269541"/>
            <a:ext cx="0" cy="447848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 flipH="1">
            <a:off x="5683827" y="2269541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683827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42106" y="2215799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42106" y="2663647"/>
            <a:ext cx="2292983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35089" y="2663647"/>
            <a:ext cx="0" cy="1343545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35089" y="4007192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 flipH="1">
            <a:off x="3856607" y="2323283"/>
            <a:ext cx="358279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856607" y="2323283"/>
            <a:ext cx="0" cy="895696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H="1">
            <a:off x="3390845" y="3218979"/>
            <a:ext cx="465762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2FD3A7">
              <a:alpha val="18000"/>
            </a:srgbClr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2FD3A7"/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  →  Screens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PaymentErrorDialog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6/8 · BROWSE WHILE OFFLINE · ERROR AND EDGE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01 / 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opens the menu with no network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 →  Screens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MenuFragment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6/8 · BROWSE WHILE OFFLINE · ERROR AND EDGE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02 / 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 asks for the menu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 →  ViewModels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MenuViewModel.load()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6/8 · BROWSE WHILE OFFLINE · ERROR AND EDGE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03 / 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Repository tries the network first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  →  Repositories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MenuRepository.get()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6/8 · BROWSE WHILE OFFLINE · ERROR AND EDGE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04 / 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Request fails: no connection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445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FF4458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445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FF4458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683827" y="3165237"/>
            <a:ext cx="412020" cy="0"/>
          </a:xfrm>
          <a:prstGeom prst="line">
            <a:avLst/>
          </a:prstGeom>
          <a:noFill/>
          <a:ln w="38100">
            <a:solidFill>
              <a:srgbClr val="FF4458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 flipV="1">
            <a:off x="6095848" y="2269541"/>
            <a:ext cx="0" cy="895696"/>
          </a:xfrm>
          <a:prstGeom prst="line">
            <a:avLst/>
          </a:prstGeom>
          <a:noFill/>
          <a:ln w="38100">
            <a:solidFill>
              <a:srgbClr val="FF4458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6095848" y="2269541"/>
            <a:ext cx="412020" cy="0"/>
          </a:xfrm>
          <a:prstGeom prst="line">
            <a:avLst/>
          </a:prstGeom>
          <a:noFill/>
          <a:ln w="38100">
            <a:solidFill>
              <a:srgbClr val="FF4458"/>
            </a:solidFill>
            <a:prstDash val="dash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4458">
              <a:alpha val="18000"/>
            </a:srgbClr>
          </a:solidFill>
          <a:ln w="12700">
            <a:solidFill>
              <a:srgbClr val="FF445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4458"/>
          </a:solidFill>
          <a:ln w="12700">
            <a:solidFill>
              <a:srgbClr val="FF445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  →  API gateway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UnknownHostException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6/8 · BROWSE WHILE OFFLINE · ERROR AND EDGE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05 / 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Falls back to the local cache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3827" y="3165237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 flipV="1">
            <a:off x="6095848" y="2269541"/>
            <a:ext cx="0" cy="895696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095848" y="2269541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A493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A493F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A493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A493F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38100">
            <a:solidFill>
              <a:srgbClr val="A493FF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A493FF">
              <a:alpha val="18000"/>
            </a:srgbClr>
          </a:solidFill>
          <a:ln w="12700">
            <a:solidFill>
              <a:srgbClr val="A493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A493FF"/>
          </a:solidFill>
          <a:ln w="12700">
            <a:solidFill>
              <a:srgbClr val="A493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  →  Local storage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MenuDao.getAll()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6/8 · BROWSE WHILE OFFLINE · ERROR AND EDGE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06 / 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Cached menu returned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3827" y="3165237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 flipV="1">
            <a:off x="6095848" y="2269541"/>
            <a:ext cx="0" cy="895696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095848" y="2269541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 flipV="1">
            <a:off x="5056840" y="3433946"/>
            <a:ext cx="0" cy="358279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2FD3A7">
              <a:alpha val="18000"/>
            </a:srgbClr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2FD3A7"/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  →  Repositories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database: fooddash.db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6/8 · BROWSE WHILE OFFLINE · ERROR AND EDGE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07 / 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marked as stale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3827" y="3165237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 flipV="1">
            <a:off x="6095848" y="2269541"/>
            <a:ext cx="0" cy="895696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095848" y="2269541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5056840" y="3433946"/>
            <a:ext cx="0" cy="358279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 flipV="1">
            <a:off x="5056840" y="2538250"/>
            <a:ext cx="0" cy="358279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2FD3A7">
              <a:alpha val="18000"/>
            </a:srgbClr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2FD3A7"/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  →  ViewModels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Resource.Cached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6/8 · BROWSE WHILE OFFLINE · ERROR AND EDGE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08 / 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 shown with an offline banner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3827" y="3165237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 flipV="1">
            <a:off x="6095848" y="2269541"/>
            <a:ext cx="0" cy="895696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095848" y="2269541"/>
            <a:ext cx="412020" cy="0"/>
          </a:xfrm>
          <a:prstGeom prst="line">
            <a:avLst/>
          </a:prstGeom>
          <a:noFill/>
          <a:ln w="15875">
            <a:solidFill>
              <a:srgbClr val="FF4458">
                <a:alpha val="45000"/>
              </a:srgbClr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5056840" y="3433946"/>
            <a:ext cx="0" cy="358279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5056840" y="2538250"/>
            <a:ext cx="0" cy="358279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 flipH="1">
            <a:off x="3856607" y="2323283"/>
            <a:ext cx="358279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856607" y="2323283"/>
            <a:ext cx="0" cy="895696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H="1">
            <a:off x="3390845" y="3218979"/>
            <a:ext cx="465762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2FD3A7">
              <a:alpha val="18000"/>
            </a:srgbClr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2FD3A7"/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  →  Screens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view_offline_banner.xml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7/8 · NIGHTLY MENU SYNC · BACKGROUND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01 / 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WorkManager starts the periodic job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390845" y="4007192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3749123" y="2215799"/>
            <a:ext cx="0" cy="1791393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 →  ViewModels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MenuSyncWorker (PeriodicWorkRequest, 12h)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7/8 · NIGHTLY MENU SYNC · BACKGROUND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02 / 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Worker asks the repository to sync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90845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749123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  →  Repositories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MenuRepository.sync()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7/8 · NIGHTLY MENU SYNC · BACKGROUND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03 / 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/v1/menus?since={lastSync}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90845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749123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  →  API gateway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MenuApi.changes()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7/8 · NIGHTLY MENU SYNC · BACKGROUND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04 / 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Routed to the catalogue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90845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749123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 →  Order service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7/8 · NIGHTLY MENU SYNC · BACKGROUND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05 / 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Changed menus returned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90845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749123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976810" y="4114675"/>
            <a:ext cx="465762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8442572" y="2323283"/>
            <a:ext cx="0" cy="1791393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H="1">
            <a:off x="7976810" y="2323283"/>
            <a:ext cx="465762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2FD3A7">
              <a:alpha val="18000"/>
            </a:srgbClr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2FD3A7"/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  →  API gateway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List&lt;MenuDto&gt;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7/8 · NIGHTLY MENU SYNC · BACKGROUND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06 / 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 OK reaches the app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90845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749123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76810" y="4114675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8442572" y="2323283"/>
            <a:ext cx="0" cy="1791393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>
            <a:off x="7976810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2FD3A7">
              <a:alpha val="18000"/>
            </a:srgbClr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2FD3A7"/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 →  Repositories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OkHttpClient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7/8 · NIGHTLY MENU SYNC · BACKGROUND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07 / 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Menus upserted into Room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90845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749123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76810" y="4114675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8442572" y="2323283"/>
            <a:ext cx="0" cy="1791393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>
            <a:off x="7976810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A493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A493F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A493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A493F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38100">
            <a:solidFill>
              <a:srgbClr val="A493FF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A493FF">
              <a:alpha val="18000"/>
            </a:srgbClr>
          </a:solidFill>
          <a:ln w="12700">
            <a:solidFill>
              <a:srgbClr val="A493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A493FF"/>
          </a:solidFill>
          <a:ln w="12700">
            <a:solidFill>
              <a:srgbClr val="A493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  →  Local storage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MenuDao.upsertAll()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7/8 · NIGHTLY MENU SYNC · BACKGROUND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08 / 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Sync duration recorded as a trace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90845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749123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1873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042106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42106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76810" y="2215799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35089" y="2215799"/>
            <a:ext cx="0" cy="1791393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7976810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76810" y="4114675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8442572" y="2323283"/>
            <a:ext cx="0" cy="1791393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>
            <a:off x="7976810" y="2323283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6149589" y="2323283"/>
            <a:ext cx="358279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49589" y="2323283"/>
            <a:ext cx="0" cy="895696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>
            <a:off x="5683827" y="3218979"/>
            <a:ext cx="465762" cy="0"/>
          </a:xfrm>
          <a:prstGeom prst="line">
            <a:avLst/>
          </a:prstGeom>
          <a:noFill/>
          <a:ln w="15875">
            <a:solidFill>
              <a:srgbClr val="2FD3A7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49356" y="3433946"/>
            <a:ext cx="0" cy="358279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683827" y="3111495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042106" y="3111495"/>
            <a:ext cx="0" cy="447848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42106" y="3559344"/>
            <a:ext cx="2292983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335089" y="3559344"/>
            <a:ext cx="0" cy="1343545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335089" y="4902888"/>
            <a:ext cx="465762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  →  Crashlytics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FirebasePerformance trace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8/8 · CRASH REPORT · THIRD-PARTY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01 / 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action throws an uncaught exception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 →  ViewModels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TrackingViewModel.onLocationUpdate()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8/8 · CRASH REPORT · THIRD-PARTY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02 / 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Crash report written to disk before the app dies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A493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A493F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A493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A493F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683827" y="2269541"/>
            <a:ext cx="412020" cy="0"/>
          </a:xfrm>
          <a:prstGeom prst="line">
            <a:avLst/>
          </a:prstGeom>
          <a:noFill/>
          <a:ln w="38100">
            <a:solidFill>
              <a:srgbClr val="A493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95848" y="2269541"/>
            <a:ext cx="0" cy="1791393"/>
          </a:xfrm>
          <a:prstGeom prst="line">
            <a:avLst/>
          </a:prstGeom>
          <a:noFill/>
          <a:ln w="38100">
            <a:solidFill>
              <a:srgbClr val="A493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H="1">
            <a:off x="5683827" y="4060934"/>
            <a:ext cx="412020" cy="0"/>
          </a:xfrm>
          <a:prstGeom prst="line">
            <a:avLst/>
          </a:prstGeom>
          <a:noFill/>
          <a:ln w="38100">
            <a:solidFill>
              <a:srgbClr val="A493FF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A493FF">
              <a:alpha val="18000"/>
            </a:srgbClr>
          </a:solidFill>
          <a:ln w="12700">
            <a:solidFill>
              <a:srgbClr val="A493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A493FF"/>
          </a:solidFill>
          <a:ln w="12700">
            <a:solidFill>
              <a:srgbClr val="A493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  →  Local storage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Crashlytics UncaughtExceptionHandler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8/8 · CRASH REPORT · THIRD-PARTY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03 / 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reopens the app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83827" y="2269541"/>
            <a:ext cx="412020" cy="0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95848" y="2269541"/>
            <a:ext cx="0" cy="1791393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>
            <a:off x="5683827" y="4060934"/>
            <a:ext cx="412020" cy="0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 →  Screens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SplashActivity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8/8 · CRASH REPORT · THIRD-PARTY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04 / 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Pending report uploaded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83827" y="2269541"/>
            <a:ext cx="412020" cy="0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95848" y="2269541"/>
            <a:ext cx="0" cy="1791393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>
            <a:off x="5683827" y="4060934"/>
            <a:ext cx="412020" cy="0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FF5A1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FF5A1F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683827" y="4007192"/>
            <a:ext cx="358279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042106" y="4007192"/>
            <a:ext cx="0" cy="447848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042106" y="4455040"/>
            <a:ext cx="2292983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335089" y="4455040"/>
            <a:ext cx="0" cy="447848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335089" y="4902888"/>
            <a:ext cx="465762" cy="0"/>
          </a:xfrm>
          <a:prstGeom prst="line">
            <a:avLst/>
          </a:prstGeom>
          <a:noFill/>
          <a:ln w="38100">
            <a:solidFill>
              <a:srgbClr val="FF5A1F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FF5A1F">
              <a:alpha val="18000"/>
            </a:srgbClr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  →  Crashlytics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Crashlytics upload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9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GlassBoxAPK · FoodDash 4.12.0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only. No decompiled source.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8/8 · CRASH REPORT · THIRD-PARTY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05 / 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accepted and deleted locally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4160520"/>
          </a:xfrm>
          <a:prstGeom prst="roundRect">
            <a:avLst>
              <a:gd name="adj" fmla="val 879"/>
            </a:avLst>
          </a:prstGeom>
          <a:solidFill>
            <a:srgbClr val="0C1012"/>
          </a:solidFill>
          <a:ln w="12700">
            <a:solidFill>
              <a:srgbClr val="0C10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505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3989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89488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6971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INSIDE THE APK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82470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9954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BACKEND (INFERRED)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75453" y="1606725"/>
            <a:ext cx="1719737" cy="3744011"/>
          </a:xfrm>
          <a:prstGeom prst="roundRect">
            <a:avLst>
              <a:gd name="adj" fmla="val 4254"/>
            </a:avLst>
          </a:prstGeom>
          <a:solidFill>
            <a:srgbClr val="141A1D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937" y="1678381"/>
            <a:ext cx="1504770" cy="19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THIRD PARTIES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90845" y="3111495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749123" y="2215799"/>
            <a:ext cx="0" cy="895696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123" y="2215799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83827" y="2269541"/>
            <a:ext cx="412020" cy="0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95848" y="2269541"/>
            <a:ext cx="0" cy="1791393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>
            <a:off x="5683827" y="4060934"/>
            <a:ext cx="412020" cy="0"/>
          </a:xfrm>
          <a:prstGeom prst="line">
            <a:avLst/>
          </a:prstGeom>
          <a:noFill/>
          <a:ln w="15875">
            <a:solidFill>
              <a:srgbClr val="A493F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48890" y="2538250"/>
            <a:ext cx="0" cy="358279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83827" y="4007192"/>
            <a:ext cx="358279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42106" y="4007192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42106" y="4455040"/>
            <a:ext cx="2292983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35089" y="4455040"/>
            <a:ext cx="0" cy="447848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35089" y="4902888"/>
            <a:ext cx="465762" cy="0"/>
          </a:xfrm>
          <a:prstGeom prst="line">
            <a:avLst/>
          </a:prstGeom>
          <a:noFill/>
          <a:ln w="15875">
            <a:solidFill>
              <a:srgbClr val="FF5A1F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21903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1903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47300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Taps and types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921903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1903" y="3004012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47300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activities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921903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21903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47300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Push, jobs, boot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14885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14885" y="2108315"/>
            <a:ext cx="26871" cy="322451"/>
          </a:xfrm>
          <a:prstGeom prst="rect">
            <a:avLst/>
          </a:prstGeom>
          <a:solidFill>
            <a:srgbClr val="5B6669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40283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Hilt + StateFlow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14885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14885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40283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 + OkHttp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214885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14885" y="3899708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40283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+ encrypted prefs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507868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07868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33265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api.fooddash.example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507868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07868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33265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/v1/auth/*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507868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07868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33265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/v1/orders, /v1/menus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800851" y="2000832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800851" y="2108315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26248" y="2000832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delivery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800851" y="2896528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800851" y="3004012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926248" y="2896528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PaymentSheet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800851" y="3792225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1A2124">
              <a:alpha val="45000"/>
            </a:srgbClr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800851" y="3899708"/>
            <a:ext cx="26871" cy="322451"/>
          </a:xfrm>
          <a:prstGeom prst="rect">
            <a:avLst/>
          </a:prstGeom>
          <a:solidFill>
            <a:srgbClr val="5B6669">
              <a:alpha val="40000"/>
            </a:srgbClr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926248" y="3792225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4A53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+ AppsFlyer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800851" y="4687921"/>
            <a:ext cx="1468942" cy="537418"/>
          </a:xfrm>
          <a:prstGeom prst="roundRect">
            <a:avLst>
              <a:gd name="adj" fmla="val 25522"/>
            </a:avLst>
          </a:prstGeom>
          <a:solidFill>
            <a:srgbClr val="22292C"/>
          </a:solidFill>
          <a:ln w="22225">
            <a:solidFill>
              <a:srgbClr val="2FD3A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00851" y="4795405"/>
            <a:ext cx="26871" cy="322451"/>
          </a:xfrm>
          <a:prstGeom prst="rect">
            <a:avLst/>
          </a:prstGeom>
          <a:solidFill>
            <a:srgbClr val="2FD3A7"/>
          </a:solidFill>
          <a:ln w="12700">
            <a:solidFill>
              <a:srgbClr val="1A212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926248" y="4687921"/>
            <a:ext cx="1289803" cy="53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8B9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Crashes and traces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 flipH="1">
            <a:off x="8442572" y="5010372"/>
            <a:ext cx="358279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8442572" y="4562523"/>
            <a:ext cx="0" cy="447848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H="1">
            <a:off x="6149589" y="4562523"/>
            <a:ext cx="2292983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6149589" y="4114675"/>
            <a:ext cx="0" cy="447848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H="1">
            <a:off x="5683827" y="4114675"/>
            <a:ext cx="465762" cy="0"/>
          </a:xfrm>
          <a:prstGeom prst="line">
            <a:avLst/>
          </a:prstGeom>
          <a:noFill/>
          <a:ln w="38100">
            <a:solidFill>
              <a:srgbClr val="2FD3A7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457200" y="5715000"/>
            <a:ext cx="1417320" cy="384048"/>
          </a:xfrm>
          <a:prstGeom prst="roundRect">
            <a:avLst>
              <a:gd name="adj" fmla="val 119048"/>
            </a:avLst>
          </a:prstGeom>
          <a:solidFill>
            <a:srgbClr val="2FD3A7">
              <a:alpha val="18000"/>
            </a:srgbClr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85216" y="5861304"/>
            <a:ext cx="91440" cy="91440"/>
          </a:xfrm>
          <a:prstGeom prst="ellipse">
            <a:avLst/>
          </a:prstGeom>
          <a:solidFill>
            <a:srgbClr val="2FD3A7"/>
          </a:solidFill>
          <a:ln w="12700">
            <a:solidFill>
              <a:srgbClr val="2FD3A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31520" y="5715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201168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  →  Local storage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5669280" y="5715000"/>
            <a:ext cx="4800600" cy="384048"/>
          </a:xfrm>
          <a:prstGeom prst="roundRect">
            <a:avLst>
              <a:gd name="adj" fmla="val 47619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806440" y="5715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indent="0" marL="0">
              <a:buNone/>
            </a:pPr>
            <a:r>
              <a:rPr lang="en-US" sz="1100" dirty="0">
                <a:solidFill>
                  <a:srgbClr val="F6F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Crashlytics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10561320" y="5715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85</Slides>
  <Notes>85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8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</vt:vector>
  </TitlesOfParts>
  <Company>GlassBoxAPK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FoodDash system design</dc:title>
  <dc:subject>GlassBoxAPK report</dc:subject>
  <dc:creator>PptxGenJS</dc:creator>
  <cp:lastModifiedBy>PptxGenJS</cp:lastModifiedBy>
  <cp:revision>1</cp:revision>
  <dcterms:created xsi:type="dcterms:W3CDTF">2026-10-21T05:18:11Z</dcterms:created>
  <dcterms:modified xsi:type="dcterms:W3CDTF">2026-10-21T05:18:11Z</dcterms:modified>
</cp:coreProperties>
</file>